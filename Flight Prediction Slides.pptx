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00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C20141-4E26-4422-A104-0E4A2F56FB11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75F7126-6EA7-43B8-8E0F-D33BAE21E9C7}">
      <dgm:prSet/>
      <dgm:spPr/>
      <dgm:t>
        <a:bodyPr/>
        <a:lstStyle/>
        <a:p>
          <a:r>
            <a:rPr lang="en-US" b="0" i="0"/>
            <a:t>Removed leakage (post-flight data)</a:t>
          </a:r>
          <a:endParaRPr lang="en-US"/>
        </a:p>
      </dgm:t>
    </dgm:pt>
    <dgm:pt modelId="{29112EE5-615C-4892-BADD-1A1CBF6C68FB}" type="parTrans" cxnId="{45EC424E-B3A4-42CB-89BF-BECA09CE8A92}">
      <dgm:prSet/>
      <dgm:spPr/>
      <dgm:t>
        <a:bodyPr/>
        <a:lstStyle/>
        <a:p>
          <a:endParaRPr lang="en-US"/>
        </a:p>
      </dgm:t>
    </dgm:pt>
    <dgm:pt modelId="{17751D09-E5A9-4E27-B653-307A766DEE67}" type="sibTrans" cxnId="{45EC424E-B3A4-42CB-89BF-BECA09CE8A92}">
      <dgm:prSet/>
      <dgm:spPr/>
      <dgm:t>
        <a:bodyPr/>
        <a:lstStyle/>
        <a:p>
          <a:endParaRPr lang="en-US"/>
        </a:p>
      </dgm:t>
    </dgm:pt>
    <dgm:pt modelId="{76657355-425C-4EA7-9CB7-7E5A1E133ABE}">
      <dgm:prSet/>
      <dgm:spPr/>
      <dgm:t>
        <a:bodyPr/>
        <a:lstStyle/>
        <a:p>
          <a:r>
            <a:rPr lang="en-US" b="0" i="0"/>
            <a:t>Created features: time, peak hour, route frequency</a:t>
          </a:r>
          <a:endParaRPr lang="en-US"/>
        </a:p>
      </dgm:t>
    </dgm:pt>
    <dgm:pt modelId="{41C3DA8D-2191-4B62-BE6B-6746429B5D73}" type="parTrans" cxnId="{C37073D7-EDF7-401D-AF00-7D29C2510772}">
      <dgm:prSet/>
      <dgm:spPr/>
      <dgm:t>
        <a:bodyPr/>
        <a:lstStyle/>
        <a:p>
          <a:endParaRPr lang="en-US"/>
        </a:p>
      </dgm:t>
    </dgm:pt>
    <dgm:pt modelId="{E63E2585-71C9-431D-B7DB-E108F572D7E6}" type="sibTrans" cxnId="{C37073D7-EDF7-401D-AF00-7D29C2510772}">
      <dgm:prSet/>
      <dgm:spPr/>
      <dgm:t>
        <a:bodyPr/>
        <a:lstStyle/>
        <a:p>
          <a:endParaRPr lang="en-US"/>
        </a:p>
      </dgm:t>
    </dgm:pt>
    <dgm:pt modelId="{A5059DE6-7E67-4F0C-AC6F-914147070B15}">
      <dgm:prSet/>
      <dgm:spPr/>
      <dgm:t>
        <a:bodyPr/>
        <a:lstStyle/>
        <a:p>
          <a:r>
            <a:rPr lang="en-US" b="0" i="0"/>
            <a:t>Encoded categorical variables</a:t>
          </a:r>
          <a:endParaRPr lang="en-US"/>
        </a:p>
      </dgm:t>
    </dgm:pt>
    <dgm:pt modelId="{719EE5A9-7063-442B-B843-FE008E99B654}" type="parTrans" cxnId="{E2581A4E-BB9A-46DA-8009-511CB843846F}">
      <dgm:prSet/>
      <dgm:spPr/>
      <dgm:t>
        <a:bodyPr/>
        <a:lstStyle/>
        <a:p>
          <a:endParaRPr lang="en-US"/>
        </a:p>
      </dgm:t>
    </dgm:pt>
    <dgm:pt modelId="{E28CDDE9-55AC-49F9-8A1A-D9A5FB844D30}" type="sibTrans" cxnId="{E2581A4E-BB9A-46DA-8009-511CB843846F}">
      <dgm:prSet/>
      <dgm:spPr/>
      <dgm:t>
        <a:bodyPr/>
        <a:lstStyle/>
        <a:p>
          <a:endParaRPr lang="en-US"/>
        </a:p>
      </dgm:t>
    </dgm:pt>
    <dgm:pt modelId="{AC8E56D8-D8B5-4E24-89E3-5E8E429894D4}" type="pres">
      <dgm:prSet presAssocID="{7FC20141-4E26-4422-A104-0E4A2F56FB11}" presName="diagram" presStyleCnt="0">
        <dgm:presLayoutVars>
          <dgm:dir/>
          <dgm:resizeHandles val="exact"/>
        </dgm:presLayoutVars>
      </dgm:prSet>
      <dgm:spPr/>
    </dgm:pt>
    <dgm:pt modelId="{B58ED866-819D-4A8F-9436-5F90FDFC21C7}" type="pres">
      <dgm:prSet presAssocID="{475F7126-6EA7-43B8-8E0F-D33BAE21E9C7}" presName="node" presStyleLbl="node1" presStyleIdx="0" presStyleCnt="3">
        <dgm:presLayoutVars>
          <dgm:bulletEnabled val="1"/>
        </dgm:presLayoutVars>
      </dgm:prSet>
      <dgm:spPr/>
    </dgm:pt>
    <dgm:pt modelId="{FE3ACC00-2CD9-46A7-991D-4538760F2C28}" type="pres">
      <dgm:prSet presAssocID="{17751D09-E5A9-4E27-B653-307A766DEE67}" presName="sibTrans" presStyleCnt="0"/>
      <dgm:spPr/>
    </dgm:pt>
    <dgm:pt modelId="{2A60BE0E-16DC-4671-A78E-FC56BA141BBA}" type="pres">
      <dgm:prSet presAssocID="{76657355-425C-4EA7-9CB7-7E5A1E133ABE}" presName="node" presStyleLbl="node1" presStyleIdx="1" presStyleCnt="3">
        <dgm:presLayoutVars>
          <dgm:bulletEnabled val="1"/>
        </dgm:presLayoutVars>
      </dgm:prSet>
      <dgm:spPr/>
    </dgm:pt>
    <dgm:pt modelId="{316EB0D8-E01F-42E4-AE59-29891C01B2C6}" type="pres">
      <dgm:prSet presAssocID="{E63E2585-71C9-431D-B7DB-E108F572D7E6}" presName="sibTrans" presStyleCnt="0"/>
      <dgm:spPr/>
    </dgm:pt>
    <dgm:pt modelId="{0F7A3BF2-C6BF-4F00-8BF2-CF9E999D6D56}" type="pres">
      <dgm:prSet presAssocID="{A5059DE6-7E67-4F0C-AC6F-914147070B15}" presName="node" presStyleLbl="node1" presStyleIdx="2" presStyleCnt="3">
        <dgm:presLayoutVars>
          <dgm:bulletEnabled val="1"/>
        </dgm:presLayoutVars>
      </dgm:prSet>
      <dgm:spPr/>
    </dgm:pt>
  </dgm:ptLst>
  <dgm:cxnLst>
    <dgm:cxn modelId="{BEBACD48-A2AE-43A8-9D97-0A98B28CD971}" type="presOf" srcId="{A5059DE6-7E67-4F0C-AC6F-914147070B15}" destId="{0F7A3BF2-C6BF-4F00-8BF2-CF9E999D6D56}" srcOrd="0" destOrd="0" presId="urn:microsoft.com/office/officeart/2005/8/layout/default"/>
    <dgm:cxn modelId="{E2581A4E-BB9A-46DA-8009-511CB843846F}" srcId="{7FC20141-4E26-4422-A104-0E4A2F56FB11}" destId="{A5059DE6-7E67-4F0C-AC6F-914147070B15}" srcOrd="2" destOrd="0" parTransId="{719EE5A9-7063-442B-B843-FE008E99B654}" sibTransId="{E28CDDE9-55AC-49F9-8A1A-D9A5FB844D30}"/>
    <dgm:cxn modelId="{45EC424E-B3A4-42CB-89BF-BECA09CE8A92}" srcId="{7FC20141-4E26-4422-A104-0E4A2F56FB11}" destId="{475F7126-6EA7-43B8-8E0F-D33BAE21E9C7}" srcOrd="0" destOrd="0" parTransId="{29112EE5-615C-4892-BADD-1A1CBF6C68FB}" sibTransId="{17751D09-E5A9-4E27-B653-307A766DEE67}"/>
    <dgm:cxn modelId="{A776D08F-03AD-4326-A882-D6CF49632EF5}" type="presOf" srcId="{76657355-425C-4EA7-9CB7-7E5A1E133ABE}" destId="{2A60BE0E-16DC-4671-A78E-FC56BA141BBA}" srcOrd="0" destOrd="0" presId="urn:microsoft.com/office/officeart/2005/8/layout/default"/>
    <dgm:cxn modelId="{4D8EE7A7-56FA-4C54-9FFA-B6714BE6169F}" type="presOf" srcId="{7FC20141-4E26-4422-A104-0E4A2F56FB11}" destId="{AC8E56D8-D8B5-4E24-89E3-5E8E429894D4}" srcOrd="0" destOrd="0" presId="urn:microsoft.com/office/officeart/2005/8/layout/default"/>
    <dgm:cxn modelId="{C37073D7-EDF7-401D-AF00-7D29C2510772}" srcId="{7FC20141-4E26-4422-A104-0E4A2F56FB11}" destId="{76657355-425C-4EA7-9CB7-7E5A1E133ABE}" srcOrd="1" destOrd="0" parTransId="{41C3DA8D-2191-4B62-BE6B-6746429B5D73}" sibTransId="{E63E2585-71C9-431D-B7DB-E108F572D7E6}"/>
    <dgm:cxn modelId="{0C9CB2E0-DB5F-4DD6-A577-8C8CC3DA2E75}" type="presOf" srcId="{475F7126-6EA7-43B8-8E0F-D33BAE21E9C7}" destId="{B58ED866-819D-4A8F-9436-5F90FDFC21C7}" srcOrd="0" destOrd="0" presId="urn:microsoft.com/office/officeart/2005/8/layout/default"/>
    <dgm:cxn modelId="{0CEBFF92-499E-42CC-8BF6-22852EEC04E7}" type="presParOf" srcId="{AC8E56D8-D8B5-4E24-89E3-5E8E429894D4}" destId="{B58ED866-819D-4A8F-9436-5F90FDFC21C7}" srcOrd="0" destOrd="0" presId="urn:microsoft.com/office/officeart/2005/8/layout/default"/>
    <dgm:cxn modelId="{6EA16E26-E8B3-42C9-A473-037A52B8E3B3}" type="presParOf" srcId="{AC8E56D8-D8B5-4E24-89E3-5E8E429894D4}" destId="{FE3ACC00-2CD9-46A7-991D-4538760F2C28}" srcOrd="1" destOrd="0" presId="urn:microsoft.com/office/officeart/2005/8/layout/default"/>
    <dgm:cxn modelId="{8A126FF8-8D14-4551-9AB7-AA88003CD18E}" type="presParOf" srcId="{AC8E56D8-D8B5-4E24-89E3-5E8E429894D4}" destId="{2A60BE0E-16DC-4671-A78E-FC56BA141BBA}" srcOrd="2" destOrd="0" presId="urn:microsoft.com/office/officeart/2005/8/layout/default"/>
    <dgm:cxn modelId="{A899397F-42D5-4CC2-832A-70924C4F7850}" type="presParOf" srcId="{AC8E56D8-D8B5-4E24-89E3-5E8E429894D4}" destId="{316EB0D8-E01F-42E4-AE59-29891C01B2C6}" srcOrd="3" destOrd="0" presId="urn:microsoft.com/office/officeart/2005/8/layout/default"/>
    <dgm:cxn modelId="{62D01329-B6DA-4084-80EE-AA38E62D0638}" type="presParOf" srcId="{AC8E56D8-D8B5-4E24-89E3-5E8E429894D4}" destId="{0F7A3BF2-C6BF-4F00-8BF2-CF9E999D6D56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C6C99A-395B-4A3B-B601-CF118763347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B35779D-9846-4011-A61E-468B44BF4039}">
      <dgm:prSet/>
      <dgm:spPr/>
      <dgm:t>
        <a:bodyPr/>
        <a:lstStyle/>
        <a:p>
          <a:r>
            <a:rPr lang="en-US" b="0" i="0"/>
            <a:t>SGD: High recall, overpredicts</a:t>
          </a:r>
          <a:endParaRPr lang="en-US"/>
        </a:p>
      </dgm:t>
    </dgm:pt>
    <dgm:pt modelId="{99EF1BB0-5D72-479A-9ED4-CB1A8456FFC2}" type="parTrans" cxnId="{724744A2-6817-401A-BAA8-42B92F83CBBA}">
      <dgm:prSet/>
      <dgm:spPr/>
      <dgm:t>
        <a:bodyPr/>
        <a:lstStyle/>
        <a:p>
          <a:endParaRPr lang="en-US"/>
        </a:p>
      </dgm:t>
    </dgm:pt>
    <dgm:pt modelId="{98422266-DADE-4584-B6A7-5139393322A0}" type="sibTrans" cxnId="{724744A2-6817-401A-BAA8-42B92F83CBBA}">
      <dgm:prSet/>
      <dgm:spPr/>
      <dgm:t>
        <a:bodyPr/>
        <a:lstStyle/>
        <a:p>
          <a:endParaRPr lang="en-US"/>
        </a:p>
      </dgm:t>
    </dgm:pt>
    <dgm:pt modelId="{B2D2D6E6-E1B9-4CBB-8B6B-539C30E0C7C8}">
      <dgm:prSet/>
      <dgm:spPr/>
      <dgm:t>
        <a:bodyPr/>
        <a:lstStyle/>
        <a:p>
          <a:r>
            <a:rPr lang="en-US" b="0" i="0"/>
            <a:t>Random Forest / GB: High accuracy, low recall</a:t>
          </a:r>
          <a:endParaRPr lang="en-US"/>
        </a:p>
      </dgm:t>
    </dgm:pt>
    <dgm:pt modelId="{A21647AB-F64E-4E63-B916-E07D04850599}" type="parTrans" cxnId="{DB42AB08-899C-4F04-81B6-9EA90309875C}">
      <dgm:prSet/>
      <dgm:spPr/>
      <dgm:t>
        <a:bodyPr/>
        <a:lstStyle/>
        <a:p>
          <a:endParaRPr lang="en-US"/>
        </a:p>
      </dgm:t>
    </dgm:pt>
    <dgm:pt modelId="{A832CEE8-A1DF-4326-8BB7-8D5CBCEB0946}" type="sibTrans" cxnId="{DB42AB08-899C-4F04-81B6-9EA90309875C}">
      <dgm:prSet/>
      <dgm:spPr/>
      <dgm:t>
        <a:bodyPr/>
        <a:lstStyle/>
        <a:p>
          <a:endParaRPr lang="en-US"/>
        </a:p>
      </dgm:t>
    </dgm:pt>
    <dgm:pt modelId="{89A0AD70-B4A0-4796-A56B-0F22C8753C80}">
      <dgm:prSet/>
      <dgm:spPr/>
      <dgm:t>
        <a:bodyPr/>
        <a:lstStyle/>
        <a:p>
          <a:r>
            <a:rPr lang="en-US" b="0" i="0"/>
            <a:t>XGBoost: Best balance</a:t>
          </a:r>
          <a:endParaRPr lang="en-US"/>
        </a:p>
      </dgm:t>
    </dgm:pt>
    <dgm:pt modelId="{D6A98B77-845F-46D5-83D5-884C7C6A4280}" type="parTrans" cxnId="{70F9979E-7458-4B38-B2EE-A79A05B8D1C5}">
      <dgm:prSet/>
      <dgm:spPr/>
      <dgm:t>
        <a:bodyPr/>
        <a:lstStyle/>
        <a:p>
          <a:endParaRPr lang="en-US"/>
        </a:p>
      </dgm:t>
    </dgm:pt>
    <dgm:pt modelId="{9FAA0A24-B95E-44C6-A396-C8FF35EDB7B0}" type="sibTrans" cxnId="{70F9979E-7458-4B38-B2EE-A79A05B8D1C5}">
      <dgm:prSet/>
      <dgm:spPr/>
      <dgm:t>
        <a:bodyPr/>
        <a:lstStyle/>
        <a:p>
          <a:endParaRPr lang="en-US"/>
        </a:p>
      </dgm:t>
    </dgm:pt>
    <dgm:pt modelId="{D5CB7CFA-CE48-42B5-BFD3-7326C1430807}" type="pres">
      <dgm:prSet presAssocID="{87C6C99A-395B-4A3B-B601-CF1187633475}" presName="root" presStyleCnt="0">
        <dgm:presLayoutVars>
          <dgm:dir/>
          <dgm:resizeHandles val="exact"/>
        </dgm:presLayoutVars>
      </dgm:prSet>
      <dgm:spPr/>
    </dgm:pt>
    <dgm:pt modelId="{FAE74939-39AD-426A-AE91-9BAB2AFB1C96}" type="pres">
      <dgm:prSet presAssocID="{5B35779D-9846-4011-A61E-468B44BF4039}" presName="compNode" presStyleCnt="0"/>
      <dgm:spPr/>
    </dgm:pt>
    <dgm:pt modelId="{2E98338A-6192-4209-AE8D-ED4EB59619EC}" type="pres">
      <dgm:prSet presAssocID="{5B35779D-9846-4011-A61E-468B44BF4039}" presName="bgRect" presStyleLbl="bgShp" presStyleIdx="0" presStyleCnt="3"/>
      <dgm:spPr/>
    </dgm:pt>
    <dgm:pt modelId="{50D5AEE5-1B4C-47B8-905B-CD1FD1B67EC3}" type="pres">
      <dgm:prSet presAssocID="{5B35779D-9846-4011-A61E-468B44BF403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bbles"/>
        </a:ext>
      </dgm:extLst>
    </dgm:pt>
    <dgm:pt modelId="{FBBC5505-04E2-4642-9DC4-D7220A52C03A}" type="pres">
      <dgm:prSet presAssocID="{5B35779D-9846-4011-A61E-468B44BF4039}" presName="spaceRect" presStyleCnt="0"/>
      <dgm:spPr/>
    </dgm:pt>
    <dgm:pt modelId="{8DCC8659-8595-4437-BF6A-49018467D793}" type="pres">
      <dgm:prSet presAssocID="{5B35779D-9846-4011-A61E-468B44BF4039}" presName="parTx" presStyleLbl="revTx" presStyleIdx="0" presStyleCnt="3">
        <dgm:presLayoutVars>
          <dgm:chMax val="0"/>
          <dgm:chPref val="0"/>
        </dgm:presLayoutVars>
      </dgm:prSet>
      <dgm:spPr/>
    </dgm:pt>
    <dgm:pt modelId="{82C2E8DA-F74F-42A6-AF0D-AEB3223EB0F0}" type="pres">
      <dgm:prSet presAssocID="{98422266-DADE-4584-B6A7-5139393322A0}" presName="sibTrans" presStyleCnt="0"/>
      <dgm:spPr/>
    </dgm:pt>
    <dgm:pt modelId="{4B22BEEC-68D7-40E6-978D-E21C6F139DDA}" type="pres">
      <dgm:prSet presAssocID="{B2D2D6E6-E1B9-4CBB-8B6B-539C30E0C7C8}" presName="compNode" presStyleCnt="0"/>
      <dgm:spPr/>
    </dgm:pt>
    <dgm:pt modelId="{C2E629A3-25C9-4F9D-9532-DD36A2983C3C}" type="pres">
      <dgm:prSet presAssocID="{B2D2D6E6-E1B9-4CBB-8B6B-539C30E0C7C8}" presName="bgRect" presStyleLbl="bgShp" presStyleIdx="1" presStyleCnt="3"/>
      <dgm:spPr/>
    </dgm:pt>
    <dgm:pt modelId="{3C3E4485-CC93-4A52-A36A-2141F752FE41}" type="pres">
      <dgm:prSet presAssocID="{B2D2D6E6-E1B9-4CBB-8B6B-539C30E0C7C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46346585-61A8-4486-895E-F1B86D4E9FD4}" type="pres">
      <dgm:prSet presAssocID="{B2D2D6E6-E1B9-4CBB-8B6B-539C30E0C7C8}" presName="spaceRect" presStyleCnt="0"/>
      <dgm:spPr/>
    </dgm:pt>
    <dgm:pt modelId="{63716DA5-EE23-4E3F-B75A-2FCC7982F891}" type="pres">
      <dgm:prSet presAssocID="{B2D2D6E6-E1B9-4CBB-8B6B-539C30E0C7C8}" presName="parTx" presStyleLbl="revTx" presStyleIdx="1" presStyleCnt="3">
        <dgm:presLayoutVars>
          <dgm:chMax val="0"/>
          <dgm:chPref val="0"/>
        </dgm:presLayoutVars>
      </dgm:prSet>
      <dgm:spPr/>
    </dgm:pt>
    <dgm:pt modelId="{9B89F278-3E69-4A74-90B4-ACA656BFE6F0}" type="pres">
      <dgm:prSet presAssocID="{A832CEE8-A1DF-4326-8BB7-8D5CBCEB0946}" presName="sibTrans" presStyleCnt="0"/>
      <dgm:spPr/>
    </dgm:pt>
    <dgm:pt modelId="{98A59735-45D1-4443-BE06-98FCF5ABE8E9}" type="pres">
      <dgm:prSet presAssocID="{89A0AD70-B4A0-4796-A56B-0F22C8753C80}" presName="compNode" presStyleCnt="0"/>
      <dgm:spPr/>
    </dgm:pt>
    <dgm:pt modelId="{7859A45C-C89B-4A39-BC23-26E576179569}" type="pres">
      <dgm:prSet presAssocID="{89A0AD70-B4A0-4796-A56B-0F22C8753C80}" presName="bgRect" presStyleLbl="bgShp" presStyleIdx="2" presStyleCnt="3"/>
      <dgm:spPr/>
    </dgm:pt>
    <dgm:pt modelId="{BD10C1B2-473A-433C-B800-2758EB9BA023}" type="pres">
      <dgm:prSet presAssocID="{89A0AD70-B4A0-4796-A56B-0F22C8753C8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961D4DFD-2063-429B-A1B4-914E5DFF39D8}" type="pres">
      <dgm:prSet presAssocID="{89A0AD70-B4A0-4796-A56B-0F22C8753C80}" presName="spaceRect" presStyleCnt="0"/>
      <dgm:spPr/>
    </dgm:pt>
    <dgm:pt modelId="{D874DCA7-2959-4F0B-86EA-49797D423538}" type="pres">
      <dgm:prSet presAssocID="{89A0AD70-B4A0-4796-A56B-0F22C8753C8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B42AB08-899C-4F04-81B6-9EA90309875C}" srcId="{87C6C99A-395B-4A3B-B601-CF1187633475}" destId="{B2D2D6E6-E1B9-4CBB-8B6B-539C30E0C7C8}" srcOrd="1" destOrd="0" parTransId="{A21647AB-F64E-4E63-B916-E07D04850599}" sibTransId="{A832CEE8-A1DF-4326-8BB7-8D5CBCEB0946}"/>
    <dgm:cxn modelId="{E4442B19-1957-4E5C-B446-04681391C32A}" type="presOf" srcId="{B2D2D6E6-E1B9-4CBB-8B6B-539C30E0C7C8}" destId="{63716DA5-EE23-4E3F-B75A-2FCC7982F891}" srcOrd="0" destOrd="0" presId="urn:microsoft.com/office/officeart/2018/2/layout/IconVerticalSolidList"/>
    <dgm:cxn modelId="{0284F833-8F08-451B-9E4A-C660E4BE64E6}" type="presOf" srcId="{87C6C99A-395B-4A3B-B601-CF1187633475}" destId="{D5CB7CFA-CE48-42B5-BFD3-7326C1430807}" srcOrd="0" destOrd="0" presId="urn:microsoft.com/office/officeart/2018/2/layout/IconVerticalSolidList"/>
    <dgm:cxn modelId="{719C2539-3A49-4B89-95CA-36AED60982D6}" type="presOf" srcId="{5B35779D-9846-4011-A61E-468B44BF4039}" destId="{8DCC8659-8595-4437-BF6A-49018467D793}" srcOrd="0" destOrd="0" presId="urn:microsoft.com/office/officeart/2018/2/layout/IconVerticalSolidList"/>
    <dgm:cxn modelId="{83B8E083-13FD-4C6A-86E2-8105CCBEB010}" type="presOf" srcId="{89A0AD70-B4A0-4796-A56B-0F22C8753C80}" destId="{D874DCA7-2959-4F0B-86EA-49797D423538}" srcOrd="0" destOrd="0" presId="urn:microsoft.com/office/officeart/2018/2/layout/IconVerticalSolidList"/>
    <dgm:cxn modelId="{70F9979E-7458-4B38-B2EE-A79A05B8D1C5}" srcId="{87C6C99A-395B-4A3B-B601-CF1187633475}" destId="{89A0AD70-B4A0-4796-A56B-0F22C8753C80}" srcOrd="2" destOrd="0" parTransId="{D6A98B77-845F-46D5-83D5-884C7C6A4280}" sibTransId="{9FAA0A24-B95E-44C6-A396-C8FF35EDB7B0}"/>
    <dgm:cxn modelId="{724744A2-6817-401A-BAA8-42B92F83CBBA}" srcId="{87C6C99A-395B-4A3B-B601-CF1187633475}" destId="{5B35779D-9846-4011-A61E-468B44BF4039}" srcOrd="0" destOrd="0" parTransId="{99EF1BB0-5D72-479A-9ED4-CB1A8456FFC2}" sibTransId="{98422266-DADE-4584-B6A7-5139393322A0}"/>
    <dgm:cxn modelId="{0D87FB7A-DA8B-4CB1-B811-BE67463D0630}" type="presParOf" srcId="{D5CB7CFA-CE48-42B5-BFD3-7326C1430807}" destId="{FAE74939-39AD-426A-AE91-9BAB2AFB1C96}" srcOrd="0" destOrd="0" presId="urn:microsoft.com/office/officeart/2018/2/layout/IconVerticalSolidList"/>
    <dgm:cxn modelId="{FEA30759-E8E9-4914-B7B9-99D4A37477F2}" type="presParOf" srcId="{FAE74939-39AD-426A-AE91-9BAB2AFB1C96}" destId="{2E98338A-6192-4209-AE8D-ED4EB59619EC}" srcOrd="0" destOrd="0" presId="urn:microsoft.com/office/officeart/2018/2/layout/IconVerticalSolidList"/>
    <dgm:cxn modelId="{10C25289-0910-47DE-BCC6-73AAA6AE5E88}" type="presParOf" srcId="{FAE74939-39AD-426A-AE91-9BAB2AFB1C96}" destId="{50D5AEE5-1B4C-47B8-905B-CD1FD1B67EC3}" srcOrd="1" destOrd="0" presId="urn:microsoft.com/office/officeart/2018/2/layout/IconVerticalSolidList"/>
    <dgm:cxn modelId="{BEC7C683-29AD-4096-A6E1-0ED1432C1FB5}" type="presParOf" srcId="{FAE74939-39AD-426A-AE91-9BAB2AFB1C96}" destId="{FBBC5505-04E2-4642-9DC4-D7220A52C03A}" srcOrd="2" destOrd="0" presId="urn:microsoft.com/office/officeart/2018/2/layout/IconVerticalSolidList"/>
    <dgm:cxn modelId="{280B835D-E343-4436-969C-40BBAADC4FFC}" type="presParOf" srcId="{FAE74939-39AD-426A-AE91-9BAB2AFB1C96}" destId="{8DCC8659-8595-4437-BF6A-49018467D793}" srcOrd="3" destOrd="0" presId="urn:microsoft.com/office/officeart/2018/2/layout/IconVerticalSolidList"/>
    <dgm:cxn modelId="{5D57B726-CBEB-475B-B236-BFDC2045DD79}" type="presParOf" srcId="{D5CB7CFA-CE48-42B5-BFD3-7326C1430807}" destId="{82C2E8DA-F74F-42A6-AF0D-AEB3223EB0F0}" srcOrd="1" destOrd="0" presId="urn:microsoft.com/office/officeart/2018/2/layout/IconVerticalSolidList"/>
    <dgm:cxn modelId="{D2E8A217-6DC0-4ED8-AF2A-ADED31A6301D}" type="presParOf" srcId="{D5CB7CFA-CE48-42B5-BFD3-7326C1430807}" destId="{4B22BEEC-68D7-40E6-978D-E21C6F139DDA}" srcOrd="2" destOrd="0" presId="urn:microsoft.com/office/officeart/2018/2/layout/IconVerticalSolidList"/>
    <dgm:cxn modelId="{F03E42F0-5D07-4C50-B63F-DCD28139B336}" type="presParOf" srcId="{4B22BEEC-68D7-40E6-978D-E21C6F139DDA}" destId="{C2E629A3-25C9-4F9D-9532-DD36A2983C3C}" srcOrd="0" destOrd="0" presId="urn:microsoft.com/office/officeart/2018/2/layout/IconVerticalSolidList"/>
    <dgm:cxn modelId="{332DEBAA-98E1-477A-B11C-4808ADF4A51F}" type="presParOf" srcId="{4B22BEEC-68D7-40E6-978D-E21C6F139DDA}" destId="{3C3E4485-CC93-4A52-A36A-2141F752FE41}" srcOrd="1" destOrd="0" presId="urn:microsoft.com/office/officeart/2018/2/layout/IconVerticalSolidList"/>
    <dgm:cxn modelId="{BBE91D8C-8C81-467C-AD73-EA69D6272481}" type="presParOf" srcId="{4B22BEEC-68D7-40E6-978D-E21C6F139DDA}" destId="{46346585-61A8-4486-895E-F1B86D4E9FD4}" srcOrd="2" destOrd="0" presId="urn:microsoft.com/office/officeart/2018/2/layout/IconVerticalSolidList"/>
    <dgm:cxn modelId="{DB5B35FB-58CC-4C8D-95FA-B610A5B5C7FE}" type="presParOf" srcId="{4B22BEEC-68D7-40E6-978D-E21C6F139DDA}" destId="{63716DA5-EE23-4E3F-B75A-2FCC7982F891}" srcOrd="3" destOrd="0" presId="urn:microsoft.com/office/officeart/2018/2/layout/IconVerticalSolidList"/>
    <dgm:cxn modelId="{11F4A425-7481-40D7-81B1-1FD66C28CAFB}" type="presParOf" srcId="{D5CB7CFA-CE48-42B5-BFD3-7326C1430807}" destId="{9B89F278-3E69-4A74-90B4-ACA656BFE6F0}" srcOrd="3" destOrd="0" presId="urn:microsoft.com/office/officeart/2018/2/layout/IconVerticalSolidList"/>
    <dgm:cxn modelId="{387C142E-46FA-4530-B0E0-1C58064956B3}" type="presParOf" srcId="{D5CB7CFA-CE48-42B5-BFD3-7326C1430807}" destId="{98A59735-45D1-4443-BE06-98FCF5ABE8E9}" srcOrd="4" destOrd="0" presId="urn:microsoft.com/office/officeart/2018/2/layout/IconVerticalSolidList"/>
    <dgm:cxn modelId="{8D93596F-2AE0-4F7A-A9A1-33BDE51D70CA}" type="presParOf" srcId="{98A59735-45D1-4443-BE06-98FCF5ABE8E9}" destId="{7859A45C-C89B-4A39-BC23-26E576179569}" srcOrd="0" destOrd="0" presId="urn:microsoft.com/office/officeart/2018/2/layout/IconVerticalSolidList"/>
    <dgm:cxn modelId="{3483F369-346D-4DD5-AEDE-9675A8232919}" type="presParOf" srcId="{98A59735-45D1-4443-BE06-98FCF5ABE8E9}" destId="{BD10C1B2-473A-433C-B800-2758EB9BA023}" srcOrd="1" destOrd="0" presId="urn:microsoft.com/office/officeart/2018/2/layout/IconVerticalSolidList"/>
    <dgm:cxn modelId="{0535697C-D1EA-4F35-886C-5B2FF55FEC76}" type="presParOf" srcId="{98A59735-45D1-4443-BE06-98FCF5ABE8E9}" destId="{961D4DFD-2063-429B-A1B4-914E5DFF39D8}" srcOrd="2" destOrd="0" presId="urn:microsoft.com/office/officeart/2018/2/layout/IconVerticalSolidList"/>
    <dgm:cxn modelId="{E6008ADB-1F55-46C7-8D25-C7A1DA5882AE}" type="presParOf" srcId="{98A59735-45D1-4443-BE06-98FCF5ABE8E9}" destId="{D874DCA7-2959-4F0B-86EA-49797D42353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BFCB0FF-91E3-4860-83FA-A58E54CF79D9}" type="doc">
      <dgm:prSet loTypeId="urn:microsoft.com/office/officeart/2008/layout/LinedList" loCatId="list" qsTypeId="urn:microsoft.com/office/officeart/2005/8/quickstyle/simple4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5302B5B8-5218-4091-A87A-DE5F792AFD9B}">
      <dgm:prSet/>
      <dgm:spPr/>
      <dgm:t>
        <a:bodyPr/>
        <a:lstStyle/>
        <a:p>
          <a:r>
            <a:rPr lang="en-US" b="0" i="0"/>
            <a:t>Default 0.5 → more delay predictions</a:t>
          </a:r>
          <a:endParaRPr lang="en-US"/>
        </a:p>
      </dgm:t>
    </dgm:pt>
    <dgm:pt modelId="{5B689B94-85DC-4BEB-8E68-9DE6E29E5A98}" type="parTrans" cxnId="{DF13188E-E55E-4FB7-9D13-D9767D20D9C5}">
      <dgm:prSet/>
      <dgm:spPr/>
      <dgm:t>
        <a:bodyPr/>
        <a:lstStyle/>
        <a:p>
          <a:endParaRPr lang="en-US"/>
        </a:p>
      </dgm:t>
    </dgm:pt>
    <dgm:pt modelId="{4667C4B2-EBEF-48F1-B49A-C83DECEB1A13}" type="sibTrans" cxnId="{DF13188E-E55E-4FB7-9D13-D9767D20D9C5}">
      <dgm:prSet/>
      <dgm:spPr/>
      <dgm:t>
        <a:bodyPr/>
        <a:lstStyle/>
        <a:p>
          <a:endParaRPr lang="en-US"/>
        </a:p>
      </dgm:t>
    </dgm:pt>
    <dgm:pt modelId="{9979EBF3-AEFF-4E18-B40F-9C88AFD09F2A}">
      <dgm:prSet/>
      <dgm:spPr/>
      <dgm:t>
        <a:bodyPr/>
        <a:lstStyle/>
        <a:p>
          <a:r>
            <a:rPr lang="en-US" b="0" i="0"/>
            <a:t>Used 0.6 → more balanced</a:t>
          </a:r>
          <a:endParaRPr lang="en-US"/>
        </a:p>
      </dgm:t>
    </dgm:pt>
    <dgm:pt modelId="{14BDDCCC-B7B7-4086-A1B2-DA3511F424A8}" type="parTrans" cxnId="{411DD366-DA16-4DD0-8F0A-D54F8EEC47DD}">
      <dgm:prSet/>
      <dgm:spPr/>
      <dgm:t>
        <a:bodyPr/>
        <a:lstStyle/>
        <a:p>
          <a:endParaRPr lang="en-US"/>
        </a:p>
      </dgm:t>
    </dgm:pt>
    <dgm:pt modelId="{823B1AF5-F700-42B5-82E2-CF1BB8F90E54}" type="sibTrans" cxnId="{411DD366-DA16-4DD0-8F0A-D54F8EEC47DD}">
      <dgm:prSet/>
      <dgm:spPr/>
      <dgm:t>
        <a:bodyPr/>
        <a:lstStyle/>
        <a:p>
          <a:endParaRPr lang="en-US"/>
        </a:p>
      </dgm:t>
    </dgm:pt>
    <dgm:pt modelId="{7D282DAC-DED0-4632-A632-9C898A33F0AE}">
      <dgm:prSet/>
      <dgm:spPr/>
      <dgm:t>
        <a:bodyPr/>
        <a:lstStyle/>
        <a:p>
          <a:r>
            <a:rPr lang="en-US" b="0" i="0"/>
            <a:t>Shows tradeoff: recall vs precision</a:t>
          </a:r>
          <a:endParaRPr lang="en-US"/>
        </a:p>
      </dgm:t>
    </dgm:pt>
    <dgm:pt modelId="{FC5CFD3B-E4CE-4496-BCFE-DAC23AB9E66A}" type="parTrans" cxnId="{07116212-E941-4021-9039-BFAA47D26863}">
      <dgm:prSet/>
      <dgm:spPr/>
      <dgm:t>
        <a:bodyPr/>
        <a:lstStyle/>
        <a:p>
          <a:endParaRPr lang="en-US"/>
        </a:p>
      </dgm:t>
    </dgm:pt>
    <dgm:pt modelId="{E9FD6904-7EAD-47F0-A55F-72AF548CAFD2}" type="sibTrans" cxnId="{07116212-E941-4021-9039-BFAA47D26863}">
      <dgm:prSet/>
      <dgm:spPr/>
      <dgm:t>
        <a:bodyPr/>
        <a:lstStyle/>
        <a:p>
          <a:endParaRPr lang="en-US"/>
        </a:p>
      </dgm:t>
    </dgm:pt>
    <dgm:pt modelId="{0F80A038-DB92-4CA2-B203-A0A66A264ADC}" type="pres">
      <dgm:prSet presAssocID="{DBFCB0FF-91E3-4860-83FA-A58E54CF79D9}" presName="vert0" presStyleCnt="0">
        <dgm:presLayoutVars>
          <dgm:dir/>
          <dgm:animOne val="branch"/>
          <dgm:animLvl val="lvl"/>
        </dgm:presLayoutVars>
      </dgm:prSet>
      <dgm:spPr/>
    </dgm:pt>
    <dgm:pt modelId="{F07283B8-58A6-46C7-95E0-9C44CC1A16D6}" type="pres">
      <dgm:prSet presAssocID="{5302B5B8-5218-4091-A87A-DE5F792AFD9B}" presName="thickLine" presStyleLbl="alignNode1" presStyleIdx="0" presStyleCnt="3"/>
      <dgm:spPr/>
    </dgm:pt>
    <dgm:pt modelId="{7451F0D7-B6B2-4462-B51E-B4BD9DA0AE37}" type="pres">
      <dgm:prSet presAssocID="{5302B5B8-5218-4091-A87A-DE5F792AFD9B}" presName="horz1" presStyleCnt="0"/>
      <dgm:spPr/>
    </dgm:pt>
    <dgm:pt modelId="{30000932-43D0-4CA4-90FC-C12423F3BADF}" type="pres">
      <dgm:prSet presAssocID="{5302B5B8-5218-4091-A87A-DE5F792AFD9B}" presName="tx1" presStyleLbl="revTx" presStyleIdx="0" presStyleCnt="3"/>
      <dgm:spPr/>
    </dgm:pt>
    <dgm:pt modelId="{D0D02A2A-4E38-4CBD-B6A5-11574622015D}" type="pres">
      <dgm:prSet presAssocID="{5302B5B8-5218-4091-A87A-DE5F792AFD9B}" presName="vert1" presStyleCnt="0"/>
      <dgm:spPr/>
    </dgm:pt>
    <dgm:pt modelId="{C2242E55-B58D-48D9-8B32-68A285206F91}" type="pres">
      <dgm:prSet presAssocID="{9979EBF3-AEFF-4E18-B40F-9C88AFD09F2A}" presName="thickLine" presStyleLbl="alignNode1" presStyleIdx="1" presStyleCnt="3"/>
      <dgm:spPr/>
    </dgm:pt>
    <dgm:pt modelId="{DD30ADD4-4CF4-414B-8AF1-CF39EA8DF6CC}" type="pres">
      <dgm:prSet presAssocID="{9979EBF3-AEFF-4E18-B40F-9C88AFD09F2A}" presName="horz1" presStyleCnt="0"/>
      <dgm:spPr/>
    </dgm:pt>
    <dgm:pt modelId="{65F345F3-0D6C-4AC1-9B56-50430ABC3F99}" type="pres">
      <dgm:prSet presAssocID="{9979EBF3-AEFF-4E18-B40F-9C88AFD09F2A}" presName="tx1" presStyleLbl="revTx" presStyleIdx="1" presStyleCnt="3"/>
      <dgm:spPr/>
    </dgm:pt>
    <dgm:pt modelId="{B19D3580-F8E1-4AE7-8627-0F27D6AEA120}" type="pres">
      <dgm:prSet presAssocID="{9979EBF3-AEFF-4E18-B40F-9C88AFD09F2A}" presName="vert1" presStyleCnt="0"/>
      <dgm:spPr/>
    </dgm:pt>
    <dgm:pt modelId="{53F91AC5-FE2C-44CF-B3CD-E248D5DFC659}" type="pres">
      <dgm:prSet presAssocID="{7D282DAC-DED0-4632-A632-9C898A33F0AE}" presName="thickLine" presStyleLbl="alignNode1" presStyleIdx="2" presStyleCnt="3"/>
      <dgm:spPr/>
    </dgm:pt>
    <dgm:pt modelId="{7820BFEC-58EA-494E-B2AD-3AAE1FE1A18D}" type="pres">
      <dgm:prSet presAssocID="{7D282DAC-DED0-4632-A632-9C898A33F0AE}" presName="horz1" presStyleCnt="0"/>
      <dgm:spPr/>
    </dgm:pt>
    <dgm:pt modelId="{C72822AE-84D2-4B1D-A722-54302A65D325}" type="pres">
      <dgm:prSet presAssocID="{7D282DAC-DED0-4632-A632-9C898A33F0AE}" presName="tx1" presStyleLbl="revTx" presStyleIdx="2" presStyleCnt="3"/>
      <dgm:spPr/>
    </dgm:pt>
    <dgm:pt modelId="{DB29738D-0597-4FDE-BF9E-CEB7F4C54DB1}" type="pres">
      <dgm:prSet presAssocID="{7D282DAC-DED0-4632-A632-9C898A33F0AE}" presName="vert1" presStyleCnt="0"/>
      <dgm:spPr/>
    </dgm:pt>
  </dgm:ptLst>
  <dgm:cxnLst>
    <dgm:cxn modelId="{07116212-E941-4021-9039-BFAA47D26863}" srcId="{DBFCB0FF-91E3-4860-83FA-A58E54CF79D9}" destId="{7D282DAC-DED0-4632-A632-9C898A33F0AE}" srcOrd="2" destOrd="0" parTransId="{FC5CFD3B-E4CE-4496-BCFE-DAC23AB9E66A}" sibTransId="{E9FD6904-7EAD-47F0-A55F-72AF548CAFD2}"/>
    <dgm:cxn modelId="{411DD366-DA16-4DD0-8F0A-D54F8EEC47DD}" srcId="{DBFCB0FF-91E3-4860-83FA-A58E54CF79D9}" destId="{9979EBF3-AEFF-4E18-B40F-9C88AFD09F2A}" srcOrd="1" destOrd="0" parTransId="{14BDDCCC-B7B7-4086-A1B2-DA3511F424A8}" sibTransId="{823B1AF5-F700-42B5-82E2-CF1BB8F90E54}"/>
    <dgm:cxn modelId="{3C41086F-22C5-4B36-B5E3-5FFD203C1ED1}" type="presOf" srcId="{7D282DAC-DED0-4632-A632-9C898A33F0AE}" destId="{C72822AE-84D2-4B1D-A722-54302A65D325}" srcOrd="0" destOrd="0" presId="urn:microsoft.com/office/officeart/2008/layout/LinedList"/>
    <dgm:cxn modelId="{76607073-058F-4E43-AB8C-1E94E3E6BA9E}" type="presOf" srcId="{DBFCB0FF-91E3-4860-83FA-A58E54CF79D9}" destId="{0F80A038-DB92-4CA2-B203-A0A66A264ADC}" srcOrd="0" destOrd="0" presId="urn:microsoft.com/office/officeart/2008/layout/LinedList"/>
    <dgm:cxn modelId="{DF13188E-E55E-4FB7-9D13-D9767D20D9C5}" srcId="{DBFCB0FF-91E3-4860-83FA-A58E54CF79D9}" destId="{5302B5B8-5218-4091-A87A-DE5F792AFD9B}" srcOrd="0" destOrd="0" parTransId="{5B689B94-85DC-4BEB-8E68-9DE6E29E5A98}" sibTransId="{4667C4B2-EBEF-48F1-B49A-C83DECEB1A13}"/>
    <dgm:cxn modelId="{31C33FE8-2781-43A7-AF88-9EA94A63A583}" type="presOf" srcId="{9979EBF3-AEFF-4E18-B40F-9C88AFD09F2A}" destId="{65F345F3-0D6C-4AC1-9B56-50430ABC3F99}" srcOrd="0" destOrd="0" presId="urn:microsoft.com/office/officeart/2008/layout/LinedList"/>
    <dgm:cxn modelId="{930088FA-2D11-4E8D-8633-2F5982DD84E7}" type="presOf" srcId="{5302B5B8-5218-4091-A87A-DE5F792AFD9B}" destId="{30000932-43D0-4CA4-90FC-C12423F3BADF}" srcOrd="0" destOrd="0" presId="urn:microsoft.com/office/officeart/2008/layout/LinedList"/>
    <dgm:cxn modelId="{2AF6594D-2056-4640-8135-48EE57D92FCC}" type="presParOf" srcId="{0F80A038-DB92-4CA2-B203-A0A66A264ADC}" destId="{F07283B8-58A6-46C7-95E0-9C44CC1A16D6}" srcOrd="0" destOrd="0" presId="urn:microsoft.com/office/officeart/2008/layout/LinedList"/>
    <dgm:cxn modelId="{6BB3D5D9-8F04-4E69-8153-90136F6E6717}" type="presParOf" srcId="{0F80A038-DB92-4CA2-B203-A0A66A264ADC}" destId="{7451F0D7-B6B2-4462-B51E-B4BD9DA0AE37}" srcOrd="1" destOrd="0" presId="urn:microsoft.com/office/officeart/2008/layout/LinedList"/>
    <dgm:cxn modelId="{DF8116E9-CE8E-4069-AF13-2C5C53B0C7AF}" type="presParOf" srcId="{7451F0D7-B6B2-4462-B51E-B4BD9DA0AE37}" destId="{30000932-43D0-4CA4-90FC-C12423F3BADF}" srcOrd="0" destOrd="0" presId="urn:microsoft.com/office/officeart/2008/layout/LinedList"/>
    <dgm:cxn modelId="{8F63BF98-4047-43D1-A80E-46B9C68B1BC9}" type="presParOf" srcId="{7451F0D7-B6B2-4462-B51E-B4BD9DA0AE37}" destId="{D0D02A2A-4E38-4CBD-B6A5-11574622015D}" srcOrd="1" destOrd="0" presId="urn:microsoft.com/office/officeart/2008/layout/LinedList"/>
    <dgm:cxn modelId="{296E2296-6782-49D1-8DE0-6CFB935FE228}" type="presParOf" srcId="{0F80A038-DB92-4CA2-B203-A0A66A264ADC}" destId="{C2242E55-B58D-48D9-8B32-68A285206F91}" srcOrd="2" destOrd="0" presId="urn:microsoft.com/office/officeart/2008/layout/LinedList"/>
    <dgm:cxn modelId="{D9C2AA42-0CF9-4A66-8E61-4B465B9204E9}" type="presParOf" srcId="{0F80A038-DB92-4CA2-B203-A0A66A264ADC}" destId="{DD30ADD4-4CF4-414B-8AF1-CF39EA8DF6CC}" srcOrd="3" destOrd="0" presId="urn:microsoft.com/office/officeart/2008/layout/LinedList"/>
    <dgm:cxn modelId="{270BA274-406C-4139-BADE-83D7FF2965B7}" type="presParOf" srcId="{DD30ADD4-4CF4-414B-8AF1-CF39EA8DF6CC}" destId="{65F345F3-0D6C-4AC1-9B56-50430ABC3F99}" srcOrd="0" destOrd="0" presId="urn:microsoft.com/office/officeart/2008/layout/LinedList"/>
    <dgm:cxn modelId="{0451869D-A526-41A3-936C-2D344EF79181}" type="presParOf" srcId="{DD30ADD4-4CF4-414B-8AF1-CF39EA8DF6CC}" destId="{B19D3580-F8E1-4AE7-8627-0F27D6AEA120}" srcOrd="1" destOrd="0" presId="urn:microsoft.com/office/officeart/2008/layout/LinedList"/>
    <dgm:cxn modelId="{422E6332-7E8A-454B-ABEA-22D11D39ED48}" type="presParOf" srcId="{0F80A038-DB92-4CA2-B203-A0A66A264ADC}" destId="{53F91AC5-FE2C-44CF-B3CD-E248D5DFC659}" srcOrd="4" destOrd="0" presId="urn:microsoft.com/office/officeart/2008/layout/LinedList"/>
    <dgm:cxn modelId="{72B9ABC4-9160-4C56-AD8E-632917DA00F8}" type="presParOf" srcId="{0F80A038-DB92-4CA2-B203-A0A66A264ADC}" destId="{7820BFEC-58EA-494E-B2AD-3AAE1FE1A18D}" srcOrd="5" destOrd="0" presId="urn:microsoft.com/office/officeart/2008/layout/LinedList"/>
    <dgm:cxn modelId="{3106417A-FACA-4E21-A475-E6AB8AB5B908}" type="presParOf" srcId="{7820BFEC-58EA-494E-B2AD-3AAE1FE1A18D}" destId="{C72822AE-84D2-4B1D-A722-54302A65D325}" srcOrd="0" destOrd="0" presId="urn:microsoft.com/office/officeart/2008/layout/LinedList"/>
    <dgm:cxn modelId="{5A96AAC3-A92C-402A-A5AF-9A2CEDD3B006}" type="presParOf" srcId="{7820BFEC-58EA-494E-B2AD-3AAE1FE1A18D}" destId="{DB29738D-0597-4FDE-BF9E-CEB7F4C54DB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4FF8F40-0218-49FC-A152-A6556F68175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66908CC-04F5-4F9C-8D3F-47EDD6D6D893}">
      <dgm:prSet/>
      <dgm:spPr/>
      <dgm:t>
        <a:bodyPr/>
        <a:lstStyle/>
        <a:p>
          <a:pPr>
            <a:defRPr cap="all"/>
          </a:pPr>
          <a:r>
            <a:rPr lang="en-US" b="0" i="0"/>
            <a:t>Built Gradio app for predictions</a:t>
          </a:r>
          <a:endParaRPr lang="en-US"/>
        </a:p>
      </dgm:t>
    </dgm:pt>
    <dgm:pt modelId="{0A0DC77E-3B12-4188-8E68-7C69D1D9D4B0}" type="parTrans" cxnId="{38C741AB-AED7-4E79-911C-6D960AC8CC73}">
      <dgm:prSet/>
      <dgm:spPr/>
      <dgm:t>
        <a:bodyPr/>
        <a:lstStyle/>
        <a:p>
          <a:endParaRPr lang="en-US"/>
        </a:p>
      </dgm:t>
    </dgm:pt>
    <dgm:pt modelId="{25087789-11CD-4254-BC8A-A2C8485DE1D2}" type="sibTrans" cxnId="{38C741AB-AED7-4E79-911C-6D960AC8CC73}">
      <dgm:prSet/>
      <dgm:spPr/>
      <dgm:t>
        <a:bodyPr/>
        <a:lstStyle/>
        <a:p>
          <a:endParaRPr lang="en-US"/>
        </a:p>
      </dgm:t>
    </dgm:pt>
    <dgm:pt modelId="{3C61C29E-E2CD-4A95-8460-63356FC55843}">
      <dgm:prSet/>
      <dgm:spPr/>
      <dgm:t>
        <a:bodyPr/>
        <a:lstStyle/>
        <a:p>
          <a:pPr>
            <a:defRPr cap="all"/>
          </a:pPr>
          <a:r>
            <a:rPr lang="en-US" b="0" i="0"/>
            <a:t>XGBoost used for deployment</a:t>
          </a:r>
          <a:endParaRPr lang="en-US"/>
        </a:p>
      </dgm:t>
    </dgm:pt>
    <dgm:pt modelId="{6493834E-32FB-4E39-ABD4-9ED669007CBB}" type="parTrans" cxnId="{47D22FB5-5D6A-442E-BCB3-8C0794895212}">
      <dgm:prSet/>
      <dgm:spPr/>
      <dgm:t>
        <a:bodyPr/>
        <a:lstStyle/>
        <a:p>
          <a:endParaRPr lang="en-US"/>
        </a:p>
      </dgm:t>
    </dgm:pt>
    <dgm:pt modelId="{497CCDC7-8CD4-479D-AE3D-97C93371423A}" type="sibTrans" cxnId="{47D22FB5-5D6A-442E-BCB3-8C0794895212}">
      <dgm:prSet/>
      <dgm:spPr/>
      <dgm:t>
        <a:bodyPr/>
        <a:lstStyle/>
        <a:p>
          <a:endParaRPr lang="en-US"/>
        </a:p>
      </dgm:t>
    </dgm:pt>
    <dgm:pt modelId="{EC5A884F-2A65-4B9B-A755-A811F71A4871}">
      <dgm:prSet/>
      <dgm:spPr/>
      <dgm:t>
        <a:bodyPr/>
        <a:lstStyle/>
        <a:p>
          <a:pPr>
            <a:defRPr cap="all"/>
          </a:pPr>
          <a:r>
            <a:rPr lang="en-US" b="0" i="0"/>
            <a:t>Future: add weather + real-time data</a:t>
          </a:r>
          <a:endParaRPr lang="en-US"/>
        </a:p>
      </dgm:t>
    </dgm:pt>
    <dgm:pt modelId="{A8D46E63-EADF-45B9-B411-C828D31AED2A}" type="parTrans" cxnId="{8B6523B6-2DAC-4588-A3A0-A0E2270ED190}">
      <dgm:prSet/>
      <dgm:spPr/>
      <dgm:t>
        <a:bodyPr/>
        <a:lstStyle/>
        <a:p>
          <a:endParaRPr lang="en-US"/>
        </a:p>
      </dgm:t>
    </dgm:pt>
    <dgm:pt modelId="{859212FA-29D3-4AED-B3ED-AD11097F04C4}" type="sibTrans" cxnId="{8B6523B6-2DAC-4588-A3A0-A0E2270ED190}">
      <dgm:prSet/>
      <dgm:spPr/>
      <dgm:t>
        <a:bodyPr/>
        <a:lstStyle/>
        <a:p>
          <a:endParaRPr lang="en-US"/>
        </a:p>
      </dgm:t>
    </dgm:pt>
    <dgm:pt modelId="{197E911B-77FF-41F2-8E84-E547B6DD327E}" type="pres">
      <dgm:prSet presAssocID="{E4FF8F40-0218-49FC-A152-A6556F68175F}" presName="root" presStyleCnt="0">
        <dgm:presLayoutVars>
          <dgm:dir/>
          <dgm:resizeHandles val="exact"/>
        </dgm:presLayoutVars>
      </dgm:prSet>
      <dgm:spPr/>
    </dgm:pt>
    <dgm:pt modelId="{D98EBADD-08E3-43A9-8269-D104033D4C06}" type="pres">
      <dgm:prSet presAssocID="{D66908CC-04F5-4F9C-8D3F-47EDD6D6D893}" presName="compNode" presStyleCnt="0"/>
      <dgm:spPr/>
    </dgm:pt>
    <dgm:pt modelId="{B2297337-66D8-4D4F-86B6-15D70D935369}" type="pres">
      <dgm:prSet presAssocID="{D66908CC-04F5-4F9C-8D3F-47EDD6D6D893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B047883-5BC8-443E-B454-245B74A8817B}" type="pres">
      <dgm:prSet presAssocID="{D66908CC-04F5-4F9C-8D3F-47EDD6D6D89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2E64C1A6-24DB-4AC5-BEF2-F69E4FDEF5A5}" type="pres">
      <dgm:prSet presAssocID="{D66908CC-04F5-4F9C-8D3F-47EDD6D6D893}" presName="spaceRect" presStyleCnt="0"/>
      <dgm:spPr/>
    </dgm:pt>
    <dgm:pt modelId="{9B15B161-F9A2-460A-BE03-2ADEAF667995}" type="pres">
      <dgm:prSet presAssocID="{D66908CC-04F5-4F9C-8D3F-47EDD6D6D893}" presName="textRect" presStyleLbl="revTx" presStyleIdx="0" presStyleCnt="3">
        <dgm:presLayoutVars>
          <dgm:chMax val="1"/>
          <dgm:chPref val="1"/>
        </dgm:presLayoutVars>
      </dgm:prSet>
      <dgm:spPr/>
    </dgm:pt>
    <dgm:pt modelId="{074AC824-5B0D-4F23-A5A6-29C6133AA21D}" type="pres">
      <dgm:prSet presAssocID="{25087789-11CD-4254-BC8A-A2C8485DE1D2}" presName="sibTrans" presStyleCnt="0"/>
      <dgm:spPr/>
    </dgm:pt>
    <dgm:pt modelId="{40BC6E4A-9EFB-4D58-9F87-F0DF6A60BE0D}" type="pres">
      <dgm:prSet presAssocID="{3C61C29E-E2CD-4A95-8460-63356FC55843}" presName="compNode" presStyleCnt="0"/>
      <dgm:spPr/>
    </dgm:pt>
    <dgm:pt modelId="{9AF281F3-E1E6-4E96-83B1-ABB52695B3F5}" type="pres">
      <dgm:prSet presAssocID="{3C61C29E-E2CD-4A95-8460-63356FC55843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7574E338-BF4A-4859-A2EA-38C661E83AF1}" type="pres">
      <dgm:prSet presAssocID="{3C61C29E-E2CD-4A95-8460-63356FC5584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E58EC89-AB18-492D-A95F-97CFD6E42B36}" type="pres">
      <dgm:prSet presAssocID="{3C61C29E-E2CD-4A95-8460-63356FC55843}" presName="spaceRect" presStyleCnt="0"/>
      <dgm:spPr/>
    </dgm:pt>
    <dgm:pt modelId="{8984671D-5477-40C5-AF59-60FE447477A4}" type="pres">
      <dgm:prSet presAssocID="{3C61C29E-E2CD-4A95-8460-63356FC55843}" presName="textRect" presStyleLbl="revTx" presStyleIdx="1" presStyleCnt="3">
        <dgm:presLayoutVars>
          <dgm:chMax val="1"/>
          <dgm:chPref val="1"/>
        </dgm:presLayoutVars>
      </dgm:prSet>
      <dgm:spPr/>
    </dgm:pt>
    <dgm:pt modelId="{D74FCBBA-8FCA-4174-9AA5-D6C0E888902E}" type="pres">
      <dgm:prSet presAssocID="{497CCDC7-8CD4-479D-AE3D-97C93371423A}" presName="sibTrans" presStyleCnt="0"/>
      <dgm:spPr/>
    </dgm:pt>
    <dgm:pt modelId="{D0894147-E225-48A8-ABD2-43311AFCACC9}" type="pres">
      <dgm:prSet presAssocID="{EC5A884F-2A65-4B9B-A755-A811F71A4871}" presName="compNode" presStyleCnt="0"/>
      <dgm:spPr/>
    </dgm:pt>
    <dgm:pt modelId="{CAAE529E-D809-4AA8-B436-6FD280FC9E78}" type="pres">
      <dgm:prSet presAssocID="{EC5A884F-2A65-4B9B-A755-A811F71A4871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DCE9202-AD29-492C-804B-A990635995F3}" type="pres">
      <dgm:prSet presAssocID="{EC5A884F-2A65-4B9B-A755-A811F71A487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tial Sun"/>
        </a:ext>
      </dgm:extLst>
    </dgm:pt>
    <dgm:pt modelId="{A0BA430F-700C-45B0-95B6-D7E8116BD6B7}" type="pres">
      <dgm:prSet presAssocID="{EC5A884F-2A65-4B9B-A755-A811F71A4871}" presName="spaceRect" presStyleCnt="0"/>
      <dgm:spPr/>
    </dgm:pt>
    <dgm:pt modelId="{C125A59A-6A25-48BF-ABF1-06C0EDDF07A6}" type="pres">
      <dgm:prSet presAssocID="{EC5A884F-2A65-4B9B-A755-A811F71A487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E7C9203-D03F-40B3-B008-0100E790F449}" type="presOf" srcId="{3C61C29E-E2CD-4A95-8460-63356FC55843}" destId="{8984671D-5477-40C5-AF59-60FE447477A4}" srcOrd="0" destOrd="0" presId="urn:microsoft.com/office/officeart/2018/5/layout/IconLeafLabelList"/>
    <dgm:cxn modelId="{33B70E27-E59D-4776-A4DC-18ACB4957426}" type="presOf" srcId="{EC5A884F-2A65-4B9B-A755-A811F71A4871}" destId="{C125A59A-6A25-48BF-ABF1-06C0EDDF07A6}" srcOrd="0" destOrd="0" presId="urn:microsoft.com/office/officeart/2018/5/layout/IconLeafLabelList"/>
    <dgm:cxn modelId="{53512F67-BFDF-4A27-BD96-E3EC7D05C53A}" type="presOf" srcId="{E4FF8F40-0218-49FC-A152-A6556F68175F}" destId="{197E911B-77FF-41F2-8E84-E547B6DD327E}" srcOrd="0" destOrd="0" presId="urn:microsoft.com/office/officeart/2018/5/layout/IconLeafLabelList"/>
    <dgm:cxn modelId="{A76B4C91-3F2B-4700-9750-3A31B77DC438}" type="presOf" srcId="{D66908CC-04F5-4F9C-8D3F-47EDD6D6D893}" destId="{9B15B161-F9A2-460A-BE03-2ADEAF667995}" srcOrd="0" destOrd="0" presId="urn:microsoft.com/office/officeart/2018/5/layout/IconLeafLabelList"/>
    <dgm:cxn modelId="{38C741AB-AED7-4E79-911C-6D960AC8CC73}" srcId="{E4FF8F40-0218-49FC-A152-A6556F68175F}" destId="{D66908CC-04F5-4F9C-8D3F-47EDD6D6D893}" srcOrd="0" destOrd="0" parTransId="{0A0DC77E-3B12-4188-8E68-7C69D1D9D4B0}" sibTransId="{25087789-11CD-4254-BC8A-A2C8485DE1D2}"/>
    <dgm:cxn modelId="{47D22FB5-5D6A-442E-BCB3-8C0794895212}" srcId="{E4FF8F40-0218-49FC-A152-A6556F68175F}" destId="{3C61C29E-E2CD-4A95-8460-63356FC55843}" srcOrd="1" destOrd="0" parTransId="{6493834E-32FB-4E39-ABD4-9ED669007CBB}" sibTransId="{497CCDC7-8CD4-479D-AE3D-97C93371423A}"/>
    <dgm:cxn modelId="{8B6523B6-2DAC-4588-A3A0-A0E2270ED190}" srcId="{E4FF8F40-0218-49FC-A152-A6556F68175F}" destId="{EC5A884F-2A65-4B9B-A755-A811F71A4871}" srcOrd="2" destOrd="0" parTransId="{A8D46E63-EADF-45B9-B411-C828D31AED2A}" sibTransId="{859212FA-29D3-4AED-B3ED-AD11097F04C4}"/>
    <dgm:cxn modelId="{3EF14DCD-4E09-4622-B2F0-E754E953B392}" type="presParOf" srcId="{197E911B-77FF-41F2-8E84-E547B6DD327E}" destId="{D98EBADD-08E3-43A9-8269-D104033D4C06}" srcOrd="0" destOrd="0" presId="urn:microsoft.com/office/officeart/2018/5/layout/IconLeafLabelList"/>
    <dgm:cxn modelId="{D5B6133B-5485-4612-AD13-88DA0D0AAFEF}" type="presParOf" srcId="{D98EBADD-08E3-43A9-8269-D104033D4C06}" destId="{B2297337-66D8-4D4F-86B6-15D70D935369}" srcOrd="0" destOrd="0" presId="urn:microsoft.com/office/officeart/2018/5/layout/IconLeafLabelList"/>
    <dgm:cxn modelId="{9051A2BD-FB7D-47D4-B4F7-13DA864E672C}" type="presParOf" srcId="{D98EBADD-08E3-43A9-8269-D104033D4C06}" destId="{BB047883-5BC8-443E-B454-245B74A8817B}" srcOrd="1" destOrd="0" presId="urn:microsoft.com/office/officeart/2018/5/layout/IconLeafLabelList"/>
    <dgm:cxn modelId="{335AB378-2729-479A-B6F4-009EFA06E4B9}" type="presParOf" srcId="{D98EBADD-08E3-43A9-8269-D104033D4C06}" destId="{2E64C1A6-24DB-4AC5-BEF2-F69E4FDEF5A5}" srcOrd="2" destOrd="0" presId="urn:microsoft.com/office/officeart/2018/5/layout/IconLeafLabelList"/>
    <dgm:cxn modelId="{812AB658-80ED-4D5E-916E-D667D6830CDA}" type="presParOf" srcId="{D98EBADD-08E3-43A9-8269-D104033D4C06}" destId="{9B15B161-F9A2-460A-BE03-2ADEAF667995}" srcOrd="3" destOrd="0" presId="urn:microsoft.com/office/officeart/2018/5/layout/IconLeafLabelList"/>
    <dgm:cxn modelId="{90693368-A7F9-4FD6-A9E8-6557C781BCCC}" type="presParOf" srcId="{197E911B-77FF-41F2-8E84-E547B6DD327E}" destId="{074AC824-5B0D-4F23-A5A6-29C6133AA21D}" srcOrd="1" destOrd="0" presId="urn:microsoft.com/office/officeart/2018/5/layout/IconLeafLabelList"/>
    <dgm:cxn modelId="{8AB4D31F-8AB8-4D6B-AAC6-92678938D5C1}" type="presParOf" srcId="{197E911B-77FF-41F2-8E84-E547B6DD327E}" destId="{40BC6E4A-9EFB-4D58-9F87-F0DF6A60BE0D}" srcOrd="2" destOrd="0" presId="urn:microsoft.com/office/officeart/2018/5/layout/IconLeafLabelList"/>
    <dgm:cxn modelId="{645CC307-EC7D-4DB1-9990-2A6A64F51EEC}" type="presParOf" srcId="{40BC6E4A-9EFB-4D58-9F87-F0DF6A60BE0D}" destId="{9AF281F3-E1E6-4E96-83B1-ABB52695B3F5}" srcOrd="0" destOrd="0" presId="urn:microsoft.com/office/officeart/2018/5/layout/IconLeafLabelList"/>
    <dgm:cxn modelId="{8ADFD16D-796C-455A-9F04-E0B38242721A}" type="presParOf" srcId="{40BC6E4A-9EFB-4D58-9F87-F0DF6A60BE0D}" destId="{7574E338-BF4A-4859-A2EA-38C661E83AF1}" srcOrd="1" destOrd="0" presId="urn:microsoft.com/office/officeart/2018/5/layout/IconLeafLabelList"/>
    <dgm:cxn modelId="{38B869B5-92D2-4E7C-B699-83D10293C196}" type="presParOf" srcId="{40BC6E4A-9EFB-4D58-9F87-F0DF6A60BE0D}" destId="{BE58EC89-AB18-492D-A95F-97CFD6E42B36}" srcOrd="2" destOrd="0" presId="urn:microsoft.com/office/officeart/2018/5/layout/IconLeafLabelList"/>
    <dgm:cxn modelId="{7C3D364E-696F-4713-985C-8D2FDC992B11}" type="presParOf" srcId="{40BC6E4A-9EFB-4D58-9F87-F0DF6A60BE0D}" destId="{8984671D-5477-40C5-AF59-60FE447477A4}" srcOrd="3" destOrd="0" presId="urn:microsoft.com/office/officeart/2018/5/layout/IconLeafLabelList"/>
    <dgm:cxn modelId="{A4898398-EF77-48FC-96EC-0AC29B0C3546}" type="presParOf" srcId="{197E911B-77FF-41F2-8E84-E547B6DD327E}" destId="{D74FCBBA-8FCA-4174-9AA5-D6C0E888902E}" srcOrd="3" destOrd="0" presId="urn:microsoft.com/office/officeart/2018/5/layout/IconLeafLabelList"/>
    <dgm:cxn modelId="{1AE71852-92C4-4E4F-B12D-E7EECB4A35CD}" type="presParOf" srcId="{197E911B-77FF-41F2-8E84-E547B6DD327E}" destId="{D0894147-E225-48A8-ABD2-43311AFCACC9}" srcOrd="4" destOrd="0" presId="urn:microsoft.com/office/officeart/2018/5/layout/IconLeafLabelList"/>
    <dgm:cxn modelId="{0D415976-9761-4E1E-90AA-18C2973BDE0A}" type="presParOf" srcId="{D0894147-E225-48A8-ABD2-43311AFCACC9}" destId="{CAAE529E-D809-4AA8-B436-6FD280FC9E78}" srcOrd="0" destOrd="0" presId="urn:microsoft.com/office/officeart/2018/5/layout/IconLeafLabelList"/>
    <dgm:cxn modelId="{69CBE9B6-D44C-4A73-ACD7-CA29C8CE86DC}" type="presParOf" srcId="{D0894147-E225-48A8-ABD2-43311AFCACC9}" destId="{DDCE9202-AD29-492C-804B-A990635995F3}" srcOrd="1" destOrd="0" presId="urn:microsoft.com/office/officeart/2018/5/layout/IconLeafLabelList"/>
    <dgm:cxn modelId="{473C7A4C-966A-4FFF-BF33-7AB431C3F7FB}" type="presParOf" srcId="{D0894147-E225-48A8-ABD2-43311AFCACC9}" destId="{A0BA430F-700C-45B0-95B6-D7E8116BD6B7}" srcOrd="2" destOrd="0" presId="urn:microsoft.com/office/officeart/2018/5/layout/IconLeafLabelList"/>
    <dgm:cxn modelId="{787AA81C-1C23-41AC-A912-0794982162C2}" type="presParOf" srcId="{D0894147-E225-48A8-ABD2-43311AFCACC9}" destId="{C125A59A-6A25-48BF-ABF1-06C0EDDF07A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8ED866-819D-4A8F-9436-5F90FDFC21C7}">
      <dsp:nvSpPr>
        <dsp:cNvPr id="0" name=""/>
        <dsp:cNvSpPr/>
      </dsp:nvSpPr>
      <dsp:spPr>
        <a:xfrm>
          <a:off x="912983" y="1533"/>
          <a:ext cx="2385272" cy="143116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Removed leakage (post-flight data)</a:t>
          </a:r>
          <a:endParaRPr lang="en-US" sz="2200" kern="1200"/>
        </a:p>
      </dsp:txBody>
      <dsp:txXfrm>
        <a:off x="912983" y="1533"/>
        <a:ext cx="2385272" cy="1431163"/>
      </dsp:txXfrm>
    </dsp:sp>
    <dsp:sp modelId="{2A60BE0E-16DC-4671-A78E-FC56BA141BBA}">
      <dsp:nvSpPr>
        <dsp:cNvPr id="0" name=""/>
        <dsp:cNvSpPr/>
      </dsp:nvSpPr>
      <dsp:spPr>
        <a:xfrm>
          <a:off x="912983" y="1671224"/>
          <a:ext cx="2385272" cy="1431163"/>
        </a:xfrm>
        <a:prstGeom prst="rect">
          <a:avLst/>
        </a:prstGeom>
        <a:solidFill>
          <a:schemeClr val="accent5">
            <a:hueOff val="3655316"/>
            <a:satOff val="397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Created features: time, peak hour, route frequency</a:t>
          </a:r>
          <a:endParaRPr lang="en-US" sz="2200" kern="1200"/>
        </a:p>
      </dsp:txBody>
      <dsp:txXfrm>
        <a:off x="912983" y="1671224"/>
        <a:ext cx="2385272" cy="1431163"/>
      </dsp:txXfrm>
    </dsp:sp>
    <dsp:sp modelId="{0F7A3BF2-C6BF-4F00-8BF2-CF9E999D6D56}">
      <dsp:nvSpPr>
        <dsp:cNvPr id="0" name=""/>
        <dsp:cNvSpPr/>
      </dsp:nvSpPr>
      <dsp:spPr>
        <a:xfrm>
          <a:off x="912983" y="3340915"/>
          <a:ext cx="2385272" cy="1431163"/>
        </a:xfrm>
        <a:prstGeom prst="rect">
          <a:avLst/>
        </a:prstGeom>
        <a:solidFill>
          <a:schemeClr val="accent5">
            <a:hueOff val="7310632"/>
            <a:satOff val="795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Encoded categorical variables</a:t>
          </a:r>
          <a:endParaRPr lang="en-US" sz="2200" kern="1200"/>
        </a:p>
      </dsp:txBody>
      <dsp:txXfrm>
        <a:off x="912983" y="3340915"/>
        <a:ext cx="2385272" cy="14311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98338A-6192-4209-AE8D-ED4EB59619EC}">
      <dsp:nvSpPr>
        <dsp:cNvPr id="0" name=""/>
        <dsp:cNvSpPr/>
      </dsp:nvSpPr>
      <dsp:spPr>
        <a:xfrm>
          <a:off x="0" y="558"/>
          <a:ext cx="4872038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D5AEE5-1B4C-47B8-905B-CD1FD1B67EC3}">
      <dsp:nvSpPr>
        <dsp:cNvPr id="0" name=""/>
        <dsp:cNvSpPr/>
      </dsp:nvSpPr>
      <dsp:spPr>
        <a:xfrm>
          <a:off x="395054" y="294400"/>
          <a:ext cx="718281" cy="7182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CC8659-8595-4437-BF6A-49018467D793}">
      <dsp:nvSpPr>
        <dsp:cNvPr id="0" name=""/>
        <dsp:cNvSpPr/>
      </dsp:nvSpPr>
      <dsp:spPr>
        <a:xfrm>
          <a:off x="1508391" y="558"/>
          <a:ext cx="3363646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SGD: High recall, overpredicts</a:t>
          </a:r>
          <a:endParaRPr lang="en-US" sz="2400" kern="1200"/>
        </a:p>
      </dsp:txBody>
      <dsp:txXfrm>
        <a:off x="1508391" y="558"/>
        <a:ext cx="3363646" cy="1305966"/>
      </dsp:txXfrm>
    </dsp:sp>
    <dsp:sp modelId="{C2E629A3-25C9-4F9D-9532-DD36A2983C3C}">
      <dsp:nvSpPr>
        <dsp:cNvPr id="0" name=""/>
        <dsp:cNvSpPr/>
      </dsp:nvSpPr>
      <dsp:spPr>
        <a:xfrm>
          <a:off x="0" y="1633016"/>
          <a:ext cx="4872038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3E4485-CC93-4A52-A36A-2141F752FE41}">
      <dsp:nvSpPr>
        <dsp:cNvPr id="0" name=""/>
        <dsp:cNvSpPr/>
      </dsp:nvSpPr>
      <dsp:spPr>
        <a:xfrm>
          <a:off x="395054" y="1926859"/>
          <a:ext cx="718281" cy="7182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716DA5-EE23-4E3F-B75A-2FCC7982F891}">
      <dsp:nvSpPr>
        <dsp:cNvPr id="0" name=""/>
        <dsp:cNvSpPr/>
      </dsp:nvSpPr>
      <dsp:spPr>
        <a:xfrm>
          <a:off x="1508391" y="1633016"/>
          <a:ext cx="3363646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Random Forest / GB: High accuracy, low recall</a:t>
          </a:r>
          <a:endParaRPr lang="en-US" sz="2400" kern="1200"/>
        </a:p>
      </dsp:txBody>
      <dsp:txXfrm>
        <a:off x="1508391" y="1633016"/>
        <a:ext cx="3363646" cy="1305966"/>
      </dsp:txXfrm>
    </dsp:sp>
    <dsp:sp modelId="{7859A45C-C89B-4A39-BC23-26E576179569}">
      <dsp:nvSpPr>
        <dsp:cNvPr id="0" name=""/>
        <dsp:cNvSpPr/>
      </dsp:nvSpPr>
      <dsp:spPr>
        <a:xfrm>
          <a:off x="0" y="3265475"/>
          <a:ext cx="4872038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10C1B2-473A-433C-B800-2758EB9BA023}">
      <dsp:nvSpPr>
        <dsp:cNvPr id="0" name=""/>
        <dsp:cNvSpPr/>
      </dsp:nvSpPr>
      <dsp:spPr>
        <a:xfrm>
          <a:off x="395054" y="3559317"/>
          <a:ext cx="718281" cy="7182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74DCA7-2959-4F0B-86EA-49797D423538}">
      <dsp:nvSpPr>
        <dsp:cNvPr id="0" name=""/>
        <dsp:cNvSpPr/>
      </dsp:nvSpPr>
      <dsp:spPr>
        <a:xfrm>
          <a:off x="1508391" y="3265475"/>
          <a:ext cx="3363646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XGBoost: Best balance</a:t>
          </a:r>
          <a:endParaRPr lang="en-US" sz="2400" kern="1200"/>
        </a:p>
      </dsp:txBody>
      <dsp:txXfrm>
        <a:off x="1508391" y="3265475"/>
        <a:ext cx="3363646" cy="13059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7283B8-58A6-46C7-95E0-9C44CC1A16D6}">
      <dsp:nvSpPr>
        <dsp:cNvPr id="0" name=""/>
        <dsp:cNvSpPr/>
      </dsp:nvSpPr>
      <dsp:spPr>
        <a:xfrm>
          <a:off x="0" y="2232"/>
          <a:ext cx="4872038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0000932-43D0-4CA4-90FC-C12423F3BADF}">
      <dsp:nvSpPr>
        <dsp:cNvPr id="0" name=""/>
        <dsp:cNvSpPr/>
      </dsp:nvSpPr>
      <dsp:spPr>
        <a:xfrm>
          <a:off x="0" y="2232"/>
          <a:ext cx="4872038" cy="1522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/>
            <a:t>Default 0.5 → more delay predictions</a:t>
          </a:r>
          <a:endParaRPr lang="en-US" sz="3800" kern="1200"/>
        </a:p>
      </dsp:txBody>
      <dsp:txXfrm>
        <a:off x="0" y="2232"/>
        <a:ext cx="4872038" cy="1522511"/>
      </dsp:txXfrm>
    </dsp:sp>
    <dsp:sp modelId="{C2242E55-B58D-48D9-8B32-68A285206F91}">
      <dsp:nvSpPr>
        <dsp:cNvPr id="0" name=""/>
        <dsp:cNvSpPr/>
      </dsp:nvSpPr>
      <dsp:spPr>
        <a:xfrm>
          <a:off x="0" y="1524744"/>
          <a:ext cx="4872038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5F345F3-0D6C-4AC1-9B56-50430ABC3F99}">
      <dsp:nvSpPr>
        <dsp:cNvPr id="0" name=""/>
        <dsp:cNvSpPr/>
      </dsp:nvSpPr>
      <dsp:spPr>
        <a:xfrm>
          <a:off x="0" y="1524744"/>
          <a:ext cx="4872038" cy="1522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/>
            <a:t>Used 0.6 → more balanced</a:t>
          </a:r>
          <a:endParaRPr lang="en-US" sz="3800" kern="1200"/>
        </a:p>
      </dsp:txBody>
      <dsp:txXfrm>
        <a:off x="0" y="1524744"/>
        <a:ext cx="4872038" cy="1522511"/>
      </dsp:txXfrm>
    </dsp:sp>
    <dsp:sp modelId="{53F91AC5-FE2C-44CF-B3CD-E248D5DFC659}">
      <dsp:nvSpPr>
        <dsp:cNvPr id="0" name=""/>
        <dsp:cNvSpPr/>
      </dsp:nvSpPr>
      <dsp:spPr>
        <a:xfrm>
          <a:off x="0" y="3047255"/>
          <a:ext cx="4872038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2822AE-84D2-4B1D-A722-54302A65D325}">
      <dsp:nvSpPr>
        <dsp:cNvPr id="0" name=""/>
        <dsp:cNvSpPr/>
      </dsp:nvSpPr>
      <dsp:spPr>
        <a:xfrm>
          <a:off x="0" y="3047255"/>
          <a:ext cx="4872038" cy="1522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/>
            <a:t>Shows tradeoff: recall vs precision</a:t>
          </a:r>
          <a:endParaRPr lang="en-US" sz="3800" kern="1200"/>
        </a:p>
      </dsp:txBody>
      <dsp:txXfrm>
        <a:off x="0" y="3047255"/>
        <a:ext cx="4872038" cy="15225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297337-66D8-4D4F-86B6-15D70D935369}">
      <dsp:nvSpPr>
        <dsp:cNvPr id="0" name=""/>
        <dsp:cNvSpPr/>
      </dsp:nvSpPr>
      <dsp:spPr>
        <a:xfrm>
          <a:off x="506014" y="374638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047883-5BC8-443E-B454-245B74A8817B}">
      <dsp:nvSpPr>
        <dsp:cNvPr id="0" name=""/>
        <dsp:cNvSpPr/>
      </dsp:nvSpPr>
      <dsp:spPr>
        <a:xfrm>
          <a:off x="820451" y="689075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15B161-F9A2-460A-BE03-2ADEAF667995}">
      <dsp:nvSpPr>
        <dsp:cNvPr id="0" name=""/>
        <dsp:cNvSpPr/>
      </dsp:nvSpPr>
      <dsp:spPr>
        <a:xfrm>
          <a:off x="34357" y="2309638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/>
            <a:t>Built Gradio app for predictions</a:t>
          </a:r>
          <a:endParaRPr lang="en-US" sz="1700" kern="1200"/>
        </a:p>
      </dsp:txBody>
      <dsp:txXfrm>
        <a:off x="34357" y="2309638"/>
        <a:ext cx="2418750" cy="720000"/>
      </dsp:txXfrm>
    </dsp:sp>
    <dsp:sp modelId="{9AF281F3-E1E6-4E96-83B1-ABB52695B3F5}">
      <dsp:nvSpPr>
        <dsp:cNvPr id="0" name=""/>
        <dsp:cNvSpPr/>
      </dsp:nvSpPr>
      <dsp:spPr>
        <a:xfrm>
          <a:off x="3348045" y="374638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74E338-BF4A-4859-A2EA-38C661E83AF1}">
      <dsp:nvSpPr>
        <dsp:cNvPr id="0" name=""/>
        <dsp:cNvSpPr/>
      </dsp:nvSpPr>
      <dsp:spPr>
        <a:xfrm>
          <a:off x="3662482" y="689075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84671D-5477-40C5-AF59-60FE447477A4}">
      <dsp:nvSpPr>
        <dsp:cNvPr id="0" name=""/>
        <dsp:cNvSpPr/>
      </dsp:nvSpPr>
      <dsp:spPr>
        <a:xfrm>
          <a:off x="2876389" y="2309638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/>
            <a:t>XGBoost used for deployment</a:t>
          </a:r>
          <a:endParaRPr lang="en-US" sz="1700" kern="1200"/>
        </a:p>
      </dsp:txBody>
      <dsp:txXfrm>
        <a:off x="2876389" y="2309638"/>
        <a:ext cx="2418750" cy="720000"/>
      </dsp:txXfrm>
    </dsp:sp>
    <dsp:sp modelId="{CAAE529E-D809-4AA8-B436-6FD280FC9E78}">
      <dsp:nvSpPr>
        <dsp:cNvPr id="0" name=""/>
        <dsp:cNvSpPr/>
      </dsp:nvSpPr>
      <dsp:spPr>
        <a:xfrm>
          <a:off x="6190076" y="374638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CE9202-AD29-492C-804B-A990635995F3}">
      <dsp:nvSpPr>
        <dsp:cNvPr id="0" name=""/>
        <dsp:cNvSpPr/>
      </dsp:nvSpPr>
      <dsp:spPr>
        <a:xfrm>
          <a:off x="6504514" y="689075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25A59A-6A25-48BF-ABF1-06C0EDDF07A6}">
      <dsp:nvSpPr>
        <dsp:cNvPr id="0" name=""/>
        <dsp:cNvSpPr/>
      </dsp:nvSpPr>
      <dsp:spPr>
        <a:xfrm>
          <a:off x="5718420" y="2309638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/>
            <a:t>Future: add weather + real-time data</a:t>
          </a:r>
          <a:endParaRPr lang="en-US" sz="1700" kern="1200"/>
        </a:p>
      </dsp:txBody>
      <dsp:txXfrm>
        <a:off x="5718420" y="2309638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557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400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819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019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859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469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18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469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004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069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3931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071236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7478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712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346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468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263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8834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6581" y="629266"/>
            <a:ext cx="2480808" cy="164198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/>
              <a:t>Flight Delay Prediction</a:t>
            </a:r>
          </a:p>
        </p:txBody>
      </p:sp>
      <p:pic>
        <p:nvPicPr>
          <p:cNvPr id="5" name="Picture 4" descr="Aerial view of parked airplane">
            <a:extLst>
              <a:ext uri="{FF2B5EF4-FFF2-40B4-BE49-F238E27FC236}">
                <a16:creationId xmlns:a16="http://schemas.microsoft.com/office/drawing/2014/main" id="{393843F9-B889-CEBF-C5F9-E3BE980AC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876" r="39635" b="-1"/>
          <a:stretch>
            <a:fillRect/>
          </a:stretch>
        </p:blipFill>
        <p:spPr>
          <a:xfrm>
            <a:off x="-1" y="10"/>
            <a:ext cx="4570804" cy="68579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6581" y="2438400"/>
            <a:ext cx="2480808" cy="3809999"/>
          </a:xfrm>
        </p:spPr>
        <p:txBody>
          <a:bodyPr>
            <a:normAutofit/>
          </a:bodyPr>
          <a:lstStyle/>
          <a:p>
            <a:r>
              <a:t>Goal: Predict if a flight is delayed</a:t>
            </a:r>
          </a:p>
          <a:p>
            <a:r>
              <a:t>Delay = arrival &gt; 15 minutes</a:t>
            </a:r>
          </a:p>
          <a:p>
            <a:r>
              <a:t>Dataset: 3M rows (sampled to 200K)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1063417"/>
            <a:ext cx="2629122" cy="4675396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2F2F2"/>
                </a:solidFill>
              </a:rPr>
              <a:t>Features &amp; Data Prep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2766" y="484632"/>
            <a:ext cx="4938073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9341C0-0BC3-27B0-2316-C2193895E7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1428938"/>
              </p:ext>
            </p:extLst>
          </p:nvPr>
        </p:nvGraphicFramePr>
        <p:xfrm>
          <a:off x="4206478" y="965200"/>
          <a:ext cx="4211240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F2F2F2"/>
                </a:solidFill>
              </a:rPr>
              <a:t>Model Comparison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33873B-DCCF-C315-D91B-6A4A8A98AA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9418976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F2F2F2"/>
                </a:solidFill>
              </a:rPr>
              <a:t>Threshold Tuning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45F77F-BEF7-2251-A54C-0A47B8D936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5118607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App &amp; 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7CCF2E-0EC6-01C5-8B86-38AD8DA18A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4833848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109</Words>
  <Application>Microsoft Office PowerPoint</Application>
  <PresentationFormat>On-screen Show (4:3)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Century Gothic</vt:lpstr>
      <vt:lpstr>Wingdings 3</vt:lpstr>
      <vt:lpstr>Ion</vt:lpstr>
      <vt:lpstr>Flight Delay Prediction</vt:lpstr>
      <vt:lpstr>Features &amp; Data Prep</vt:lpstr>
      <vt:lpstr>Model Comparison</vt:lpstr>
      <vt:lpstr>Threshold Tuning</vt:lpstr>
      <vt:lpstr>App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David Ruiz</dc:creator>
  <cp:keywords/>
  <dc:description>generated using python-pptx</dc:description>
  <cp:lastModifiedBy>David Ruiz</cp:lastModifiedBy>
  <cp:revision>2</cp:revision>
  <dcterms:created xsi:type="dcterms:W3CDTF">2013-01-27T09:14:16Z</dcterms:created>
  <dcterms:modified xsi:type="dcterms:W3CDTF">2026-04-15T23:40:29Z</dcterms:modified>
  <cp:category/>
</cp:coreProperties>
</file>